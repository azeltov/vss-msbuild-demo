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Demo on Azure Foundry + NVIDIA VSS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hosted agent orchestrating NVIDIA VSS on AKS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Zeltov</a:t>
            </a:r>
            <a:pPr algn="l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azeltov@nvidia.com</a:t>
            </a:r>
            <a:pPr algn="l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120640" cy="7772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customer-rep 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+ inline PDF preview · Python-only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5120640" cy="7772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84248"/>
            <a:ext cx="73152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hosted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3682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insurance-claims-triage · gpt-4.1 · Microsoft Agent Framework · Responses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5120640" cy="7772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71216"/>
            <a:ext cx="73152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44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VSS Long-Video Summarization on AKS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2552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cosmos-reason2-8b (VLM) + nemotron-nano-9b (LLM) on 4× A100 80GB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5120640" cy="7772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58184"/>
            <a:ext cx="73152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31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 uploads a damage video → master agent fires 4 tools → draft PDF in under a minute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097280"/>
            <a:ext cx="2926080" cy="3291840"/>
          </a:xfrm>
          <a:prstGeom prst="rect">
            <a:avLst/>
          </a:prstGeom>
          <a:solidFill>
            <a:srgbClr val="24293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645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&lt;60s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85216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draft claim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5-10s upload · 30-60s agent loop · &lt;1s PDF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What we built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multi-agent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611880"/>
          </a:xfrm>
          <a:prstGeom prst="rect">
            <a:avLst/>
          </a:prstGeom>
          <a:solidFill>
            <a:srgbClr val="1A1F2E"/>
          </a:solidFill>
          <a:ln w="6350">
            <a:solidFill>
              <a:srgbClr val="2B3142"/>
            </a:solidFill>
          </a:ln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╭────────────────────────────╮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Customer Rep — Web UI   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(Streamlit + Python)    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╰─────────────┬──────────────╯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│ POST /responses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│ (Bearer token)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▼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╔══════════════════════════════════════════╗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║   MASTER AGENT  ·  Microsoft Foundry     ║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║   "insurance-claims-triage"  (gpt-4.1)   ║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║   Microsoft Agent Framework / Responses  ║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╚══╤══════════╤══════════════╤═════════╤═══╝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│          │              │       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▼          ▼              ▼         ▼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┌─────────┐  ┌────────┐   ┌─────────┐  ┌──────┐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VSS    │  │ Policy │   │ Repair  │  │Claim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SUB-AGT │  │   DB   │   │  Cost   │  │ PDF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(AKS)  │  │(mock)  │   │ Engine  │  │    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cosmos- │  └────────┘   └─────────┘  └──────┘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│reason2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(8B VLM)│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└─────────┘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▲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/chat/stream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VSS = the only sub-agent doing work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GPT can't do alone (multi-modal,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long-video understanding, on-prem)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is the only sub-agent doing work GPT can't do alone. The other three are mock business tools (CRM / pricing / docs) that a real deployment swaps for production systems.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— one claim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611880"/>
          </a:xfrm>
          <a:prstGeom prst="rect">
            <a:avLst/>
          </a:prstGeom>
          <a:solidFill>
            <a:srgbClr val="1A1F2E"/>
          </a:solidFill>
          <a:ln w="6350">
            <a:solidFill>
              <a:srgbClr val="2B3142"/>
            </a:solidFill>
          </a:ln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      Streamlit       VSS Agent         Foundry Agent      Local PDF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  │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upload     │              │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video ────▶│              │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POST          │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/api/v1/videos│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│──────────────▶│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│◀─ presigned URL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PUT bytes    │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│──────────────▶│  (video → VST)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  │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POST /responses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│──────────────────────────────────▶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   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┌─────────────────────┤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tool calls │ vss_analyze_video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────▶ POST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     /chat/stream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◀──── prose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lookup_policy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estimate_repair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│ draft_claim_pdf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└─────────────────────┤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                                 │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│◀── summary text ─────────────────┤ 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regex parse                       │              │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 render PDF locally               │ ──────────────▶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       │◀────────── PDF bytes ─────────────────────────────┤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│◀── preview │                                                  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timing: ~5-10s upload, ~30-60s agent loop (VSS analysis dominates), &lt;1s PDF render. Total ~45-75s per claim.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611880"/>
          </a:xfrm>
          <a:prstGeom prst="rect">
            <a:avLst/>
          </a:prstGeom>
          <a:solidFill>
            <a:srgbClr val="1A1F2E"/>
          </a:solidFill>
          <a:ln w="6350">
            <a:solidFill>
              <a:srgbClr val="2B3142"/>
            </a:solidFill>
          </a:ln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Azure subscription · csp-sa-gtm-azure (7d5234cf-…)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┌──────────────────────────────┐   ┌───────────────────────────┐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Region: North Central US     │   │ Region: West Europe      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rg-insurance-claims-…-dev    │   │ rg-azeltov-vss-build-nc96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                │   │                          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┌──────────────────────────┐ │   │ ┌───────────────────────┐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Foundry Project          │ │   │ │ AKS Cluster (aks-vss)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ai-project-insurance-… ──┼─┼──▶│ │  • 1× NC96ads_A100_v4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                         │ │   │ │     (4× A100 80GB)   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┌──────────────────────┐ │ │   │ │  • ingress-nginx LB  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│ Hosted Agent (cont.) │ │ │   │ │     104.45.71.11     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│ insurance-claims-tr… │ │ │   │ │                      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│ gpt-4.1 (Std, 50TPM) │ │ │   │ │ ┌───────────────────┐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└──────────────────────┘ │ │   │ │ │ VSS LVS chart    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ACR · ai-…/crrux2wabb…   │ │   │ │ │ vss-agent        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│ App Insights · appi-…    │ │   │ │ │ cosmos-reason2-8b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└──────────────────────────┘ │   │ │ │ nemotron-nano-9b 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                │   │ │ │ lvs-server, VST, 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~110ms RTT cross-region   ──┼───┼─│ │ ES + Kibana       │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└──────────────────────────────┘   │ │ └───────────────────┘ │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│ └───────────────────────┘ │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└───────────────────────────┘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(NCUS Foundry ↔ WEU AKS) adds ~110ms RTT per VSS call. Acceptable for demo; co-locate for production.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VSS sub-agent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611880"/>
          </a:xfrm>
          <a:prstGeom prst="rect">
            <a:avLst/>
          </a:prstGeom>
          <a:solidFill>
            <a:srgbClr val="1A1F2E"/>
          </a:solidFill>
          <a:ln w="6350">
            <a:solidFill>
              <a:srgbClr val="2B3142"/>
            </a:solidFill>
          </a:ln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vss_analyze_video(video_id, question)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┌─────────────────────────────────────────────┐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  vss-agent (LVS profile, NeMo Agent Toolkit)│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│  Receives chat → plans → calls inner tools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└──┬───────────────┬──────────────┬───────────┘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│               │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▼               ▼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┌─────────┐    ┌────────────┐  ┌────────────┐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VST     │    │ lvs_video_ │  │ video_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(video  │    │ understand │  │ understand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store)  │    │  ▶ lvs-srv │  │  ▶ NIM VLM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└─────────┘    └─────┬──────┘  └─────┬──────┘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│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▼  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┌────────────────────────────┐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cosmos-reason2-8b (NIM)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VLM, vision encoder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TRT-LLM engine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1× A100 80GB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└────────────────────────────┘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┌────────────────────────────┐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nemotron-nano-9b-v2 (NIM)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LLM for synthesis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TRT-LLM engine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• 1× A100 80GB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└────────────────────────────┘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◀── plain-English damage analysis ──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(with &lt;agent-think&gt; stripped)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is itself a multi-step agent. The master calls VSS as one tool; VSS internally chains VLM → LLM → storage. That nested architecture is what makes VSS hard to replicate with raw GPT-vision.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VSS belongs as a sub-agent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GPT-vision alone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VSS LVS sub-agent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30-second damage 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(overkill for the size)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90-minute drone / body-cam footage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budget blown after a few frames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it (LVS profile)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1000s of indexed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persistent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backend, sub-second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RTSP camera feeds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rtvi-vlm subchart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 (no upstream OpenAI)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to Azure 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AKS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per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GPU cost, marginal ≈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06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insurance demo specifically, VSS is overkill. The architecture is reusable for stronger use cases — drone pipeline inspection, body-cam review, multi-camera retail analytics — where GPT-vision is structurally incapable.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61288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61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customer policy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463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sidebar → select POL-2025-44912 (Alex Romero / 2022 Camry). JSON expander shows the full policy record — coverage tier, deductible, contact email.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441448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9164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damage video &amp; submit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743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data/302857.mp4 (Pexels wrecked-car clip) into the uploader. Click Submit. Status panel shows: 📤 upload → 🤖 agent → ✅ done.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721608"/>
            <a:ext cx="777240" cy="7772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21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9164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trace in the Foundry portal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023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agent playground in a parallel window. Each tool call (vss_analyze_video → lookup_policy → estimate_repair_cost → draft_claim_pdf) appears live with input/output and latency.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Streamlit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Python-only, file upload + PDF preview built-in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 Agent Framework + gpt-4.1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 API native, @tool decorator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 Foundry (preview)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Scale-to-zero containers, App Insights traces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infra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Container Registry + ACR Tasks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build, no local Docker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NVIDIA VSS LVS profile on AKS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Long-video summarization, multimodal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4× A100 80GB (NC96ads_A100_v4)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node holds cosmos + nemotron + lvs-server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azd ai agent (v0.1.31-preview)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provision +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policies.json (mock)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Stand-in for Salesforce / Dynamics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914400" cy="228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10515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polish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to Blob Storage (replaces local re-render in UI). Real CRM connector. Adjuster handoff via Logic Apps.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515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40280"/>
            <a:ext cx="91440" cy="10515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demos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drone pipeline inspection or warehouse incident reconstruction. Architecture reuses ~80%; only the business tools swap.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10515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429000"/>
            <a:ext cx="91440" cy="10515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production traces from App Insights into Foundry eval datasets. Run prompt-optimizer on instructions.md.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Triage ·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46304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Zeltov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azeltov@nvidia.com</a:t>
            </a:r>
            <a:endParaRPr lang="en-US" sz="1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algn="ctr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vss-claude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NVIDIA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Claims Triage — Multi-Agent Demo</dc:title>
  <dc:subject>PptxGenJS Presentation</dc:subject>
  <dc:creator>Alex Zeltov</dc:creator>
  <cp:lastModifiedBy>Alex Zeltov</cp:lastModifiedBy>
  <cp:revision>1</cp:revision>
  <dcterms:created xsi:type="dcterms:W3CDTF">2026-05-16T12:26:12Z</dcterms:created>
  <dcterms:modified xsi:type="dcterms:W3CDTF">2026-05-16T12:26:12Z</dcterms:modified>
</cp:coreProperties>
</file>